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7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6:03.412"/>
    </inkml:context>
    <inkml:brush xml:id="br0">
      <inkml:brushProperty name="width" value="0.05" units="cm"/>
      <inkml:brushProperty name="height" value="0.05" units="cm"/>
      <inkml:brushProperty name="color" value="#8AC4A7"/>
    </inkml:brush>
  </inkml:definitions>
  <inkml:trace contextRef="#ctx0" brushRef="#br0">1 1799 24575,'11'-1'0,"0"0"0,0-1 0,19-5 0,21-4 0,316 6 0,-200 7 0,-124-2 0,0-1 0,63-12 0,61-12 0,98-41 0,-179 50 0,-68 14 0,0-1 0,0-1 0,-1 0 0,34-13 0,-20 0 0,-1-1 0,0-1 0,-1-2 0,-1-1 0,-1-1 0,-1-1 0,-1-1 0,25-34 0,-12 9 0,41-69 0,-5 7 0,-34 59 0,2 1 0,57-53 0,-91 96 0,1-2 0,-1 1 0,-1-1 0,9-17 0,20-29 0,-25 44 0,1 0 0,0 1 0,0 0 0,1 1 0,0 0 0,19-10 0,-10 6 0,-1-1 0,32-31 0,-31 26 0,43-31 0,150-74 0,-22 13 0,-160 94 0,1 2 0,1 1 0,60-19 0,-84 32 0,150-61 0,-95 36 0,114-33 0,-128 48 0,-15 2 0,0 2 0,0 2 0,1 1 0,48 0 0,82 7-1365,-147-1-5461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6:04.673"/>
    </inkml:context>
    <inkml:brush xml:id="br0">
      <inkml:brushProperty name="width" value="0.05" units="cm"/>
      <inkml:brushProperty name="height" value="0.05" units="cm"/>
      <inkml:brushProperty name="color" value="#8AC4A7"/>
    </inkml:brush>
  </inkml:definitions>
  <inkml:trace contextRef="#ctx0" brushRef="#br0">0 51 24575,'1'-3'0,"-1"1"0,1 0 0,0 0 0,-1 0 0,1 0 0,0 0 0,0 0 0,0 0 0,1 0 0,-1 0 0,0 1 0,1-1 0,-1 0 0,1 1 0,0-1 0,-1 1 0,1 0 0,0 0 0,0-1 0,0 1 0,0 0 0,0 0 0,0 1 0,0-1 0,0 0 0,0 1 0,0-1 0,1 1 0,1 0 0,66-8 0,-70 8 0,337 0 0,-143 2 0,-166 0 0,0 2 0,0 2 0,-1 0 0,1 2 0,-2 0 0,35 17 0,26 8 0,71 25 0,68 19 0,-195-69 0,11 4 0,50 6 0,-54-10 0,0 0 0,65 26 0,29 7 0,-90-28 0,0 1 0,43 21 0,10 3 0,36 10 0,146 77 0,-93-26 0,-108-72 0,-57-21 0,-1 0 0,29 13 0,326 202 0,-316-185 0,-24-16 0,0 2 0,43 38 0,-64-51 0,-1 0 0,2-1 0,-1 0 0,1-1 0,0 0 0,1-1 0,-1-1 0,1 0 0,0-1 0,1 0 0,25 3 0,52 15 0,-73-15 0,0-2 0,1-1 0,-1 0 0,29 1 0,-19-4 0,100-3 0,-116 1 0,0 0 0,0-2 0,0 0 0,-1 0 0,1-1 0,-1 0 0,20-11 0,-30 14-136,0-1-1,1 1 1,-1-1-1,0 0 1,0 0-1,0 0 1,0 0-1,0-1 0,2-3 1,3-8-6690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6:07.986"/>
    </inkml:context>
    <inkml:brush xml:id="br0">
      <inkml:brushProperty name="width" value="0.05" units="cm"/>
      <inkml:brushProperty name="height" value="0.05" units="cm"/>
      <inkml:brushProperty name="color" value="#8AC4A7"/>
    </inkml:brush>
  </inkml:definitions>
  <inkml:trace contextRef="#ctx0" brushRef="#br0">1 841 24575,'5'-3'0,"1"1"0,-1-1 0,0 0 0,0 0 0,0-1 0,0 1 0,-1-1 0,1 0 0,-1 0 0,0-1 0,7-8 0,1-1 0,26-20 0,2 2 0,83-53 0,13-8 0,-116 80 0,0 1 0,0 1 0,1 0 0,42-14 0,-33 14 0,53-28 0,183-106 0,-255 139 0,1 1 0,0 1 0,1-1 0,-1 2 0,1 0 0,21-2 0,-18 2 0,-1 1 0,-1-2 0,1 0 0,24-9 0,24-14 0,2 3 0,76-17 0,-105 31 0,266-47 0,-246 47 0,-31 5 0,1 1 0,35-1 0,81 8 0,124-5 0,-186-10 0,-51 7 0,54-3 0,323 9-1365,-385-1-5461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6:09.763"/>
    </inkml:context>
    <inkml:brush xml:id="br0">
      <inkml:brushProperty name="width" value="0.05" units="cm"/>
      <inkml:brushProperty name="height" value="0.05" units="cm"/>
      <inkml:brushProperty name="color" value="#8AC4A7"/>
    </inkml:brush>
  </inkml:definitions>
  <inkml:trace contextRef="#ctx0" brushRef="#br0">1 1 24575,'50'18'0,"1"-12"0,0-2 0,99-6 0,-44-1 0,541 3 0,-629 1 0,-1 1 0,34 8 0,30 2 0,29-13 0,44 2 0,-126 3 0,0 2 0,37 11 0,7 3 0,-47-14 0,45 20 0,-46-16 0,46 12 0,47 13 0,7 2 0,-94-29 0,-1 1 0,36 15 0,13 6 0,-22-13 0,74 28 0,1 2 0,14 5 0,-120-43 0,1-1 0,0-1 0,1-1 0,-1-1 0,40 2 0,32 6 0,100 14 0,-151-22-4,0-2 0,62-4-1,-30-1-1347,-59 2-5474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6:11.177"/>
    </inkml:context>
    <inkml:brush xml:id="br0">
      <inkml:brushProperty name="width" value="0.05" units="cm"/>
      <inkml:brushProperty name="height" value="0.05" units="cm"/>
      <inkml:brushProperty name="color" value="#8AC4A7"/>
    </inkml:brush>
  </inkml:definitions>
  <inkml:trace contextRef="#ctx0" brushRef="#br0">1 821 24575,'5'-1'0,"0"-1"0,0 1 0,0-1 0,0 0 0,0 0 0,0-1 0,6-3 0,14-6 0,1 2 0,10-4 0,0 2 0,1 2 0,69-12 0,-78 17 0,0-1 0,0-1 0,-1-2 0,32-14 0,-20 8 0,40-10 0,-33 11 0,54-23 0,22-8 0,-64 25 0,-42 13 0,0 1 0,0 1 0,1 1 0,22-4 0,-5 3 0,0-3 0,-1 0 0,1-3 0,43-19 0,48-15 0,-93 36 0,174-43 0,-160 42 0,-26 5 0,0 1 0,39-2 0,-35 4 0,-1-1 0,1-1 0,35-11 0,-35 8 0,-1 1 0,1 2 0,38-4 0,-29 8 0,-6 0 0,1-1 0,0-1 0,34-8 0,225-63 0,-144 49 0,376-76 0,-462 94 0,39-7 0,-64 7 0,1 2 0,-1 1 0,1 2 0,-1 1 0,35 5 0,-28 4-1365,-24-4-5461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6:12.471"/>
    </inkml:context>
    <inkml:brush xml:id="br0">
      <inkml:brushProperty name="width" value="0.05" units="cm"/>
      <inkml:brushProperty name="height" value="0.05" units="cm"/>
      <inkml:brushProperty name="color" value="#8AC4A7"/>
    </inkml:brush>
  </inkml:definitions>
  <inkml:trace contextRef="#ctx0" brushRef="#br0">0 3 24575,'117'-2'0,"127"5"0,-100 21 0,-15 1 0,-19-2 0,-73-16 0,59 20 0,-70-18 0,0-1 0,1-1 0,-1-2 0,47 4 0,-54-6 0,0 0 0,0 1 0,0 1 0,0 1 0,-1 0 0,0 1 0,-1 1 0,25 16 0,55 21 0,-78-37 0,0 2 0,0 0 0,30 23 0,-33-21 0,0-1 0,1-1 0,0-1 0,31 13 0,-36-17 0,-1 1 0,0 1 0,0 0 0,0 1 0,-1-1 0,0 2 0,-1 0 0,0 0 0,0 0 0,9 15 0,25 24 0,115 88 0,-122-106 0,145 100 0,-172-124 0,0-1 0,0 0 0,1-1 0,0 0 0,-1 0 0,1-1 0,1-1 0,-1 1 0,0-2 0,20 2 0,-11 1 0,1 0 0,-1 1 0,0 1 0,0 1 0,33 17 0,-26-11 0,45 15 0,-40-18 0,48 25 0,-53-22 0,0-1 0,47 13 0,-4-5 0,-46-12 0,1-1 0,0-2 0,0 0 0,0-1 0,28 0 0,-18-3 0,0 2 0,39 8 0,-64-9 0,146 34 0,1 1 0,-120-33-30,0-2-1,51-2 0,-36-2-1242,-30 2-5553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05.155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1 1799 24575,'11'-1'0,"0"0"0,0-1 0,19-5 0,21-4 0,316 6 0,-200 7 0,-124-2 0,0-1 0,63-12 0,61-12 0,98-41 0,-179 50 0,-68 14 0,0-1 0,0-1 0,-1 0 0,34-13 0,-20 0 0,-1-1 0,0-1 0,-1-2 0,-1-1 0,-1-1 0,-1-1 0,-1-1 0,25-34 0,-12 9 0,41-69 0,-5 7 0,-34 59 0,2 1 0,57-53 0,-91 96 0,1-2 0,-1 1 0,-1-1 0,9-17 0,20-29 0,-25 44 0,1 0 0,0 1 0,0 0 0,1 1 0,0 0 0,19-10 0,-10 6 0,-1-1 0,32-31 0,-31 26 0,43-31 0,150-74 0,-22 13 0,-160 94 0,1 2 0,1 1 0,60-19 0,-84 32 0,150-61 0,-95 36 0,114-33 0,-128 48 0,-15 2 0,0 2 0,0 2 0,1 1 0,48 0 0,82 7-1365,-147-1-5461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05.156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0 51 24575,'1'-3'0,"-1"1"0,1 0 0,0 0 0,-1 0 0,1 0 0,0 0 0,0 0 0,0 0 0,1 0 0,-1 0 0,0 1 0,1-1 0,-1 0 0,1 1 0,0-1 0,-1 1 0,1 0 0,0 0 0,0-1 0,0 1 0,0 0 0,0 0 0,0 1 0,0-1 0,0 0 0,0 1 0,0-1 0,1 1 0,1 0 0,66-8 0,-70 8 0,337 0 0,-143 2 0,-166 0 0,0 2 0,0 2 0,-1 0 0,1 2 0,-2 0 0,35 17 0,26 8 0,71 25 0,68 19 0,-195-69 0,11 4 0,50 6 0,-54-10 0,0 0 0,65 26 0,29 7 0,-90-28 0,0 1 0,43 21 0,10 3 0,36 10 0,146 77 0,-93-26 0,-108-72 0,-57-21 0,-1 0 0,29 13 0,326 202 0,-316-185 0,-24-16 0,0 2 0,43 38 0,-64-51 0,-1 0 0,2-1 0,-1 0 0,1-1 0,0 0 0,1-1 0,-1-1 0,1 0 0,0-1 0,1 0 0,25 3 0,52 15 0,-73-15 0,0-2 0,1-1 0,-1 0 0,29 1 0,-19-4 0,100-3 0,-116 1 0,0 0 0,0-2 0,0 0 0,-1 0 0,1-1 0,-1 0 0,20-11 0,-30 14-136,0-1-1,1 1 1,-1-1-1,0 0 1,0 0-1,0 0 1,0 0-1,0-1 0,2-3 1,3-8-6690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05.157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1 841 24575,'5'-3'0,"1"1"0,-1-1 0,0 0 0,0 0 0,0-1 0,0 1 0,-1-1 0,1 0 0,-1 0 0,0-1 0,7-8 0,1-1 0,26-20 0,2 2 0,83-53 0,13-8 0,-116 80 0,0 1 0,0 1 0,1 0 0,42-14 0,-33 14 0,53-28 0,183-106 0,-255 139 0,1 1 0,0 1 0,1-1 0,-1 2 0,1 0 0,21-2 0,-18 2 0,-1 1 0,-1-2 0,1 0 0,24-9 0,24-14 0,2 3 0,76-17 0,-105 31 0,266-47 0,-246 47 0,-31 5 0,1 1 0,35-1 0,81 8 0,124-5 0,-186-10 0,-51 7 0,54-3 0,323 9-1365,-385-1-5461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05.158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1 1 24575,'50'18'0,"1"-12"0,0-2 0,99-6 0,-44-1 0,541 3 0,-629 1 0,-1 1 0,34 8 0,30 2 0,29-13 0,44 2 0,-126 3 0,0 2 0,37 11 0,7 3 0,-47-14 0,45 20 0,-46-16 0,46 12 0,47 13 0,7 2 0,-94-29 0,-1 1 0,36 15 0,13 6 0,-22-13 0,74 28 0,1 2 0,14 5 0,-120-43 0,1-1 0,0-1 0,1-1 0,-1-1 0,40 2 0,32 6 0,100 14 0,-151-22-4,0-2 0,62-4-1,-30-1-1347,-59 2-5474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05.159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1 821 24575,'5'-1'0,"0"-1"0,0 1 0,0-1 0,0 0 0,0 0 0,0-1 0,6-3 0,14-6 0,1 2 0,10-4 0,0 2 0,1 2 0,69-12 0,-78 17 0,0-1 0,0-1 0,-1-2 0,32-14 0,-20 8 0,40-10 0,-33 11 0,54-23 0,22-8 0,-64 25 0,-42 13 0,0 1 0,0 1 0,1 1 0,22-4 0,-5 3 0,0-3 0,-1 0 0,1-3 0,43-19 0,48-15 0,-93 36 0,174-43 0,-160 42 0,-26 5 0,0 1 0,39-2 0,-35 4 0,-1-1 0,1-1 0,35-11 0,-35 8 0,-1 1 0,1 2 0,38-4 0,-29 8 0,-6 0 0,1-1 0,0-1 0,34-8 0,225-63 0,-144 49 0,376-76 0,-462 94 0,39-7 0,-64 7 0,1 2 0,-1 1 0,1 2 0,-1 1 0,35 5 0,-28 4-1365,-24-4-5461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05.160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0 3 24575,'117'-2'0,"127"5"0,-100 21 0,-15 1 0,-19-2 0,-73-16 0,59 20 0,-70-18 0,0-1 0,1-1 0,-1-2 0,47 4 0,-54-6 0,0 0 0,0 1 0,0 1 0,0 1 0,-1 0 0,0 1 0,-1 1 0,25 16 0,55 21 0,-78-37 0,0 2 0,0 0 0,30 23 0,-33-21 0,0-1 0,1-1 0,0-1 0,31 13 0,-36-17 0,-1 1 0,0 1 0,0 0 0,0 1 0,-1-1 0,0 2 0,-1 0 0,0 0 0,0 0 0,9 15 0,25 24 0,115 88 0,-122-106 0,145 100 0,-172-124 0,0-1 0,0 0 0,1-1 0,0 0 0,-1 0 0,1-1 0,1-1 0,-1 1 0,0-2 0,20 2 0,-11 1 0,1 0 0,-1 1 0,0 1 0,0 1 0,33 17 0,-26-11 0,45 15 0,-40-18 0,48 25 0,-53-22 0,0-1 0,47 13 0,-4-5 0,-46-12 0,1-1 0,0-2 0,0 0 0,0-1 0,28 0 0,-18-3 0,0 2 0,39 8 0,-64-9 0,146 34 0,1 1 0,-120-33-30,0-2-1,51-2 0,-36-2-1242,-30 2-5553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30.800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0 0 24575,'26'2'0,"-1"1"0,0 1 0,-1 1 0,1 1 0,-1 1 0,0 2 0,-1 0 0,0 1 0,0 2 0,39 26 0,110 58 0,-43-27 0,-84-42 0,-2 1 0,0 2 0,68 65 0,-104-89 0,1 0 0,0 0 0,0-1 0,0 0 0,0-1 0,11 5 0,38 22 0,-32-10 0,-1 1 0,31 39 0,4 3 0,-1-19 0,-50-40 0,1 0 0,-1 1 0,0 0 0,-1 1 0,1 0 0,-1 0 0,-1 0 0,1 1 0,-1 0 0,6 10 0,1 5 0,1 0 0,0-1 0,2 0 0,1-2 0,1 0 0,22 20 0,-21-17 0,0 0 0,-2 1 0,28 50 0,-29-46 0,89 178 0,-54-123 0,59 106 0,50 131 0,-89-153 0,-38-81 0,-20-52 0,22 47 0,97 148 0,-90-133 0,-31-67 0,26 47 0,127 196 0,-144-227 0,-17-36 0,0-1 0,0 0 0,1 0 0,0-1 0,1 1 0,7 9 0,66 92 0,-58-79 0,0 0 0,45 48 0,-57-69 0,-1 1 0,0 0 0,0 0 0,-2 1 0,10 20 0,5 11 0,-9-25 0,1-1 0,0 0 0,2-1 0,0 0 0,21 17 0,-17-16 0,0 1 0,-2 1 0,17 21 0,-9 7 0,-20-37 0,0 0 0,1 0 0,-1-1 0,2 0 0,7 10 0,62 57 0,-55-59 0,-2 1 0,0 1 0,-1 1 0,-1 1 0,-1 0 0,20 36 0,-30-49 0,0 0 0,1 0 0,-1 0 0,2-1 0,-1 0 0,0 0 0,1-1 0,0 1 0,1-1 0,-1-1 0,10 5 0,-4-2 0,-1 1 0,-1 0 0,14 11 0,22 30 0,-26-26 0,1-1 0,33 25 0,-47-41 0,0 0 0,0-1 0,1-1 0,0 1 0,-1-1 0,2-1 0,-1 0 0,0 0 0,1 0 0,-1-1 0,17 1 0,-4-1 0,0 2 0,-1 0 0,35 12 0,14 3 0,-55-15-273,0 0 0,0 1 0,-1 1 0,17 8 0,-18-7-6553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6:47:33.185"/>
    </inkml:context>
    <inkml:brush xml:id="br0">
      <inkml:brushProperty name="width" value="0.05" units="cm"/>
      <inkml:brushProperty name="height" value="0.05" units="cm"/>
      <inkml:brushProperty name="color" value="#B258D3"/>
    </inkml:brush>
  </inkml:definitions>
  <inkml:trace contextRef="#ctx0" brushRef="#br0">1 1 24575,'0'4'0,"0"1"0,1 0 0,0-1 0,0 1 0,0 0 0,0-1 0,1 1 0,0-1 0,0 0 0,0 1 0,0-1 0,1 0 0,3 4 0,48 46 0,-2-2 0,78 117 0,-75-96 0,-20-25 0,56 61 0,-79-95 0,0 1 0,-1 1 0,-1 0 0,0 0 0,10 25 0,-11-21 0,1-1 0,1 1 0,19 24 0,-6-17 0,-6-7 0,-1 1 0,-1 0 0,-1 1 0,-1 1 0,16 32 0,-18-31 0,1 0 0,1-1 0,33 40 0,-27-36 0,33 53 0,-10-6 0,-26-48 0,-2 1 0,0 1 0,12 36 0,-16-38 0,0-1 0,30 47 0,-25-46 0,-1 2 0,13 31 0,17 43 0,-30-71 0,-1 0 0,-2 1 0,16 59 0,-22-68 0,1-1 0,1 1 0,2-1 0,11 21 0,8 17 0,87 208 0,-62-111 0,-38-101 0,29 62 0,-36-98 0,42 91 0,48 151 0,-75-175 0,-6-19 0,2-1 0,40 85 0,44 111 0,-84-185 0,-16-57 0,1 0 0,1 0 0,10 21 0,37 98 0,-7-17 0,-21-65 0,2 2 0,22 71 0,-37-54 0,-10-61 0,0 0 0,0-1 0,10 30 0,80 192 0,-19-20 0,-52-153 0,-14-45 0,0 0 0,-1 0 0,-1 1 0,-1 0 0,2 35 0,-4-35 0,1-1 0,0 0 0,2 0 0,0 0 0,10 24 0,9 33 0,15 47 0,-24-80 0,16 78 0,-6-36 0,0-1 0,7 45 0,-21-97 0,-3 0 0,0 1 0,4 52 0,-8-54 0,1-1 0,2 0 0,1 0 0,1-1 0,19 40 0,-2-1 0,-21-55 0,86 223 0,-79-209 0,-1 0 0,-1 0 0,-2 1 0,8 46 0,-10-51 0,1 0 0,0 0 0,2-1 0,0 0 0,2 0 0,13 21 0,22 47 0,-33-64 0,1-1 0,1 0 0,22 29 0,-15-25 0,-15-17 0,0 0 0,0 1 0,6 18 0,-11-23 0,1 1 0,1-1 0,-1 0 0,2-1 0,-1 1 0,1-1 0,0 1 0,0-1 0,1-1 0,0 1 0,12 10 0,8 3 0,-1 2 0,-1 0 0,40 50 0,-53-61 0,0 0 0,1-1 0,0 0 0,1-1 0,-1 0 0,2-1 0,-1-1 0,1 0 0,0-1 0,1 0 0,-1-1 0,19 3 0,-16-3 0,0 1 0,-1 0 0,24 13 0,-21-10 0,-1-1 0,27 8 0,13 1-30,-29-7-415,1-2 0,42 6 0,-53-12-6381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960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773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127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467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434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747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720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768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700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80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486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3077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586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165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150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174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848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A4416-1E3D-476B-B640-04C11879AF2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5EB65-7122-4E24-A8DF-B09D007FC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577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svg"/><Relationship Id="rId18" Type="http://schemas.openxmlformats.org/officeDocument/2006/relationships/customXml" Target="../ink/ink2.xml"/><Relationship Id="rId26" Type="http://schemas.openxmlformats.org/officeDocument/2006/relationships/customXml" Target="../ink/ink6.xml"/><Relationship Id="rId39" Type="http://schemas.openxmlformats.org/officeDocument/2006/relationships/image" Target="../media/image53.png"/><Relationship Id="rId21" Type="http://schemas.openxmlformats.org/officeDocument/2006/relationships/image" Target="../media/image40.png"/><Relationship Id="rId34" Type="http://schemas.openxmlformats.org/officeDocument/2006/relationships/image" Target="../media/image50.png"/><Relationship Id="rId42" Type="http://schemas.openxmlformats.org/officeDocument/2006/relationships/customXml" Target="../ink/ink10.xml"/><Relationship Id="rId47" Type="http://schemas.openxmlformats.org/officeDocument/2006/relationships/image" Target="../media/image57.png"/><Relationship Id="rId50" Type="http://schemas.openxmlformats.org/officeDocument/2006/relationships/customXml" Target="../ink/ink14.xml"/><Relationship Id="rId55" Type="http://schemas.openxmlformats.org/officeDocument/2006/relationships/image" Target="../media/image19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6" Type="http://schemas.openxmlformats.org/officeDocument/2006/relationships/customXml" Target="../ink/ink1.xml"/><Relationship Id="rId29" Type="http://schemas.openxmlformats.org/officeDocument/2006/relationships/image" Target="../media/image45.svg"/><Relationship Id="rId11" Type="http://schemas.openxmlformats.org/officeDocument/2006/relationships/image" Target="../media/image13.svg"/><Relationship Id="rId24" Type="http://schemas.openxmlformats.org/officeDocument/2006/relationships/customXml" Target="../ink/ink5.xml"/><Relationship Id="rId32" Type="http://schemas.openxmlformats.org/officeDocument/2006/relationships/image" Target="../media/image48.png"/><Relationship Id="rId37" Type="http://schemas.openxmlformats.org/officeDocument/2006/relationships/image" Target="../media/image52.png"/><Relationship Id="rId40" Type="http://schemas.openxmlformats.org/officeDocument/2006/relationships/customXml" Target="../ink/ink9.xml"/><Relationship Id="rId45" Type="http://schemas.openxmlformats.org/officeDocument/2006/relationships/image" Target="../media/image56.png"/><Relationship Id="rId53" Type="http://schemas.openxmlformats.org/officeDocument/2006/relationships/image" Target="../media/image17.svg"/><Relationship Id="rId5" Type="http://schemas.openxmlformats.org/officeDocument/2006/relationships/image" Target="../media/image29.svg"/><Relationship Id="rId10" Type="http://schemas.openxmlformats.org/officeDocument/2006/relationships/image" Target="../media/image12.png"/><Relationship Id="rId19" Type="http://schemas.openxmlformats.org/officeDocument/2006/relationships/image" Target="../media/image39.png"/><Relationship Id="rId31" Type="http://schemas.openxmlformats.org/officeDocument/2006/relationships/image" Target="../media/image47.svg"/><Relationship Id="rId44" Type="http://schemas.openxmlformats.org/officeDocument/2006/relationships/customXml" Target="../ink/ink11.xml"/><Relationship Id="rId52" Type="http://schemas.openxmlformats.org/officeDocument/2006/relationships/image" Target="../media/image16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36.png"/><Relationship Id="rId22" Type="http://schemas.openxmlformats.org/officeDocument/2006/relationships/customXml" Target="../ink/ink4.xml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svg"/><Relationship Id="rId43" Type="http://schemas.openxmlformats.org/officeDocument/2006/relationships/image" Target="../media/image55.png"/><Relationship Id="rId48" Type="http://schemas.openxmlformats.org/officeDocument/2006/relationships/customXml" Target="../ink/ink13.xml"/><Relationship Id="rId8" Type="http://schemas.openxmlformats.org/officeDocument/2006/relationships/image" Target="../media/image32.png"/><Relationship Id="rId51" Type="http://schemas.openxmlformats.org/officeDocument/2006/relationships/image" Target="../media/image59.png"/><Relationship Id="rId3" Type="http://schemas.openxmlformats.org/officeDocument/2006/relationships/image" Target="../media/image27.svg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5" Type="http://schemas.openxmlformats.org/officeDocument/2006/relationships/image" Target="../media/image42.png"/><Relationship Id="rId33" Type="http://schemas.openxmlformats.org/officeDocument/2006/relationships/image" Target="../media/image49.svg"/><Relationship Id="rId38" Type="http://schemas.openxmlformats.org/officeDocument/2006/relationships/customXml" Target="../ink/ink8.xml"/><Relationship Id="rId46" Type="http://schemas.openxmlformats.org/officeDocument/2006/relationships/customXml" Target="../ink/ink12.xml"/><Relationship Id="rId20" Type="http://schemas.openxmlformats.org/officeDocument/2006/relationships/customXml" Target="../ink/ink3.xml"/><Relationship Id="rId41" Type="http://schemas.openxmlformats.org/officeDocument/2006/relationships/image" Target="../media/image54.png"/><Relationship Id="rId5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5" Type="http://schemas.openxmlformats.org/officeDocument/2006/relationships/image" Target="../media/image37.svg"/><Relationship Id="rId23" Type="http://schemas.openxmlformats.org/officeDocument/2006/relationships/image" Target="../media/image41.png"/><Relationship Id="rId28" Type="http://schemas.openxmlformats.org/officeDocument/2006/relationships/image" Target="../media/image44.png"/><Relationship Id="rId36" Type="http://schemas.openxmlformats.org/officeDocument/2006/relationships/customXml" Target="../ink/ink7.xml"/><Relationship Id="rId49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61C6D790-69F0-40CA-813A-84D724D1C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48476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ound Diagonal Corner Rectangle 7">
            <a:extLst>
              <a:ext uri="{FF2B5EF4-FFF2-40B4-BE49-F238E27FC236}">
                <a16:creationId xmlns:a16="http://schemas.microsoft.com/office/drawing/2014/main" id="{F5A78137-DBB7-4A93-98AC-5606814E2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0673" y="806450"/>
            <a:ext cx="9319476" cy="4502149"/>
          </a:xfrm>
          <a:prstGeom prst="round2DiagRect">
            <a:avLst>
              <a:gd name="adj1" fmla="val 7929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srgbClr val="092338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05A6C-0E4F-FC98-3413-4251F9842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5145" y="1125512"/>
            <a:ext cx="8391172" cy="1479666"/>
          </a:xfrm>
        </p:spPr>
        <p:txBody>
          <a:bodyPr>
            <a:normAutofit/>
          </a:bodyPr>
          <a:lstStyle/>
          <a:p>
            <a:r>
              <a:rPr lang="pl-PL" sz="5400" dirty="0">
                <a:solidFill>
                  <a:srgbClr val="FFFFFF"/>
                </a:solidFill>
              </a:rPr>
              <a:t>Projekt aplikacji web</a:t>
            </a:r>
            <a:endParaRPr lang="en-GB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1C981-FB08-9151-EEE8-51EA485BD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4139" y="2760454"/>
            <a:ext cx="7136760" cy="2226412"/>
          </a:xfrm>
        </p:spPr>
        <p:txBody>
          <a:bodyPr>
            <a:normAutofit/>
          </a:bodyPr>
          <a:lstStyle/>
          <a:p>
            <a:r>
              <a:rPr lang="pl-PL" sz="1800" dirty="0">
                <a:solidFill>
                  <a:srgbClr val="FFFFFF"/>
                </a:solidFill>
              </a:rPr>
              <a:t>dla domowego </a:t>
            </a:r>
            <a:r>
              <a:rPr lang="pl-PL" sz="1800" b="1" dirty="0">
                <a:solidFill>
                  <a:srgbClr val="FFFFFF"/>
                </a:solidFill>
              </a:rPr>
              <a:t>systemu inteligentnego</a:t>
            </a:r>
          </a:p>
          <a:p>
            <a:r>
              <a:rPr lang="pl-PL" sz="1800" dirty="0">
                <a:solidFill>
                  <a:srgbClr val="FFFFFF"/>
                </a:solidFill>
              </a:rPr>
              <a:t>z wykorzystaniem </a:t>
            </a:r>
            <a:r>
              <a:rPr lang="pl-PL" sz="1800" dirty="0" err="1">
                <a:solidFill>
                  <a:srgbClr val="FFFFFF"/>
                </a:solidFill>
              </a:rPr>
              <a:t>python</a:t>
            </a:r>
            <a:r>
              <a:rPr lang="pl-PL" sz="1800" dirty="0">
                <a:solidFill>
                  <a:srgbClr val="FFFFFF"/>
                </a:solidFill>
              </a:rPr>
              <a:t> </a:t>
            </a:r>
            <a:r>
              <a:rPr lang="pl-PL" sz="1800" dirty="0" err="1">
                <a:solidFill>
                  <a:srgbClr val="FFFFFF"/>
                </a:solidFill>
              </a:rPr>
              <a:t>django</a:t>
            </a:r>
            <a:endParaRPr lang="en-GB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139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B97C8F-698A-9C6B-DC40-5DC2A0117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02295"/>
          </a:xfrm>
        </p:spPr>
        <p:txBody>
          <a:bodyPr>
            <a:normAutofit/>
          </a:bodyPr>
          <a:lstStyle/>
          <a:p>
            <a:r>
              <a:rPr lang="pl-PL" dirty="0"/>
              <a:t>struktura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A8230-3814-BB48-4BFF-69624BB26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461" y="1469184"/>
            <a:ext cx="9905999" cy="4476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Aplikacje </a:t>
            </a:r>
            <a:r>
              <a:rPr lang="pl-PL" dirty="0" err="1"/>
              <a:t>Django</a:t>
            </a:r>
            <a:r>
              <a:rPr lang="pl-PL" dirty="0"/>
              <a:t>:</a:t>
            </a:r>
          </a:p>
          <a:p>
            <a:pPr>
              <a:buFontTx/>
              <a:buChar char="-"/>
            </a:pPr>
            <a:r>
              <a:rPr lang="pl-PL" dirty="0"/>
              <a:t>devices (urządzenia, pokoje)</a:t>
            </a:r>
          </a:p>
          <a:p>
            <a:pPr>
              <a:buFontTx/>
              <a:buChar char="-"/>
            </a:pPr>
            <a:r>
              <a:rPr lang="pl-PL" dirty="0" err="1"/>
              <a:t>logic_module</a:t>
            </a:r>
            <a:r>
              <a:rPr lang="pl-PL" dirty="0"/>
              <a:t> (reguły)</a:t>
            </a:r>
          </a:p>
          <a:p>
            <a:pPr>
              <a:buFontTx/>
              <a:buChar char="-"/>
            </a:pPr>
            <a:r>
              <a:rPr lang="pl-PL" dirty="0" err="1"/>
              <a:t>mysite</a:t>
            </a:r>
            <a:r>
              <a:rPr lang="pl-PL" dirty="0"/>
              <a:t> (bazowa)</a:t>
            </a:r>
          </a:p>
          <a:p>
            <a:pPr>
              <a:buFontTx/>
              <a:buChar char="-"/>
            </a:pPr>
            <a:r>
              <a:rPr lang="pl-PL" dirty="0" err="1"/>
              <a:t>smarthome</a:t>
            </a:r>
            <a:r>
              <a:rPr lang="pl-PL" dirty="0"/>
              <a:t> (użytkownicy)</a:t>
            </a:r>
          </a:p>
          <a:p>
            <a:pPr>
              <a:buFontTx/>
              <a:buChar char="-"/>
            </a:pPr>
            <a:r>
              <a:rPr lang="pl-PL" dirty="0" err="1"/>
              <a:t>stats</a:t>
            </a:r>
            <a:r>
              <a:rPr lang="pl-PL" dirty="0"/>
              <a:t> (zdarzenia)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E388CE1-3469-B687-7A25-A58B0223D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479" y="773098"/>
            <a:ext cx="5575176" cy="51697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51613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02B6C-159F-98BD-63D5-59B605DC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604D9B1E-88D4-27EE-D45E-1F388E3F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1CC96A6-E1A1-4494-439A-C25FB5296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C556BEE0-CB83-5FF3-C7E1-CA456014B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DDA3A2B0-745B-2054-5296-92C3439C3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86748EF6-8D0D-ED2B-4DAE-00A371EE2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F452408B-5685-F193-26BB-E6E38B367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8EBCBB22-C024-0D57-4924-9468FF902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F52449C3-957D-132B-4FFB-4D08814EA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0974F309-E131-4A70-C07C-C108F87B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AC22186B-9CD4-B119-FF4D-A3AF4B5B7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58AEC171-65C5-1C61-A1BD-45416F4F4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DA3A952A-1046-72E8-1D14-6221A807C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91995915-3A7E-2AAD-BEE6-A4699CD0E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86EFD93A-FBED-1B27-84FD-1B9EE7D29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6597FB51-3F0E-B123-1E0C-AEA7C5CE8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F7FB83E3-D7B5-297B-63D3-ABDF270BE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3C841C6C-96BE-0F1C-B9A5-9C46A6E50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15A64508-7355-DF75-76AF-5B8C40D8D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F57834E6-0A61-AECB-C474-CC7D50D40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D0A4DBAA-CEA7-3D9A-A31C-1E64513CA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70B3B581-8FA8-1C43-9C2A-BFC0A8AD1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BE7C9AFD-BE33-9E76-8611-826252E44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19B70CC1-204A-512E-C236-8002DC4F3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0047A74E-EC3E-6BFC-A6FF-58C57895E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6C5FB02A-20ED-BA0F-F74A-00EC68C236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59334A5F-DD87-D862-66F9-9646F890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533F32F8-F675-5F3A-EAE2-2AAB49203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DAF289F6-0027-3B0C-61A6-A99DB6B7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11CBD791-C557-9A0B-8861-FDB74B851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B70AFC-E8F0-C4C4-5729-53A29573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02295"/>
          </a:xfrm>
        </p:spPr>
        <p:txBody>
          <a:bodyPr>
            <a:normAutofit/>
          </a:bodyPr>
          <a:lstStyle/>
          <a:p>
            <a:r>
              <a:rPr lang="pl-PL" dirty="0"/>
              <a:t>użytkownicy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ABD3E-09C9-EAC6-87E5-1AFF535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461" y="1469184"/>
            <a:ext cx="9905999" cy="4476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 err="1"/>
              <a:t>Django</a:t>
            </a:r>
            <a:r>
              <a:rPr lang="pl-PL" dirty="0"/>
              <a:t> </a:t>
            </a:r>
            <a:r>
              <a:rPr lang="pl-PL" dirty="0" err="1"/>
              <a:t>class</a:t>
            </a:r>
            <a:r>
              <a:rPr lang="pl-PL" dirty="0"/>
              <a:t> User</a:t>
            </a:r>
          </a:p>
          <a:p>
            <a:pPr marL="0" indent="0">
              <a:buNone/>
            </a:pPr>
            <a:r>
              <a:rPr lang="pl-PL" dirty="0"/>
              <a:t>Rejestracja (</a:t>
            </a:r>
            <a:r>
              <a:rPr lang="pl-PL" dirty="0" err="1"/>
              <a:t>Django</a:t>
            </a:r>
            <a:r>
              <a:rPr lang="pl-PL" dirty="0"/>
              <a:t> </a:t>
            </a:r>
            <a:r>
              <a:rPr lang="pl-PL" dirty="0" err="1"/>
              <a:t>UserCreationForm</a:t>
            </a:r>
            <a:r>
              <a:rPr lang="pl-PL" dirty="0"/>
              <a:t>)</a:t>
            </a:r>
          </a:p>
          <a:p>
            <a:pPr marL="0" indent="0">
              <a:buNone/>
            </a:pPr>
            <a:r>
              <a:rPr lang="pl-PL" dirty="0"/>
              <a:t>Logowanie (</a:t>
            </a:r>
            <a:r>
              <a:rPr lang="pl-PL" dirty="0" err="1"/>
              <a:t>Django</a:t>
            </a:r>
            <a:r>
              <a:rPr lang="pl-PL" dirty="0"/>
              <a:t> </a:t>
            </a:r>
            <a:r>
              <a:rPr lang="pl-PL" dirty="0" err="1"/>
              <a:t>AuthenticationForm</a:t>
            </a:r>
            <a:r>
              <a:rPr lang="pl-PL" dirty="0"/>
              <a:t>)</a:t>
            </a:r>
          </a:p>
          <a:p>
            <a:pPr marL="0" indent="0">
              <a:buNone/>
            </a:pPr>
            <a:r>
              <a:rPr lang="pl-PL" dirty="0"/>
              <a:t>Admin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56A4642-AEE8-4802-23F8-861F6A12F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F19068B1-5F3C-2D21-CF31-DAE384A8D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5FABC421-9339-36FE-7713-E38FDD92A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685EF3F0-5B25-CF52-CD71-1D9A9C3C4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C4A59BF6-355B-0EFE-3BB9-5EE070311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id="{1F88FB07-D38A-84C1-F820-25CB98784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5CDEEC60-AE74-C55D-CCA6-18536A658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4992C7A2-6305-54A6-EC26-DCD377EA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38291744-2B6F-8520-21D3-456A9A8F1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C8B3C6C6-AAB6-8C9D-3016-C8B545488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2CE3A19C-E487-750B-2F69-A513D484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425F05BC-F5E4-6B6A-D557-6C337EB83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7163" y="1807973"/>
            <a:ext cx="4185586" cy="418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41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C53F1-0D68-1033-95C7-6064C7B9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5D1AF5F-5ED9-458F-AAA2-18CDC56ED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3321F90-F5C4-DBFC-D375-833E67C5D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FE384DA9-1A10-9B43-52D8-6E4B6E0AD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3012E8B2-C2FD-10AC-23C3-11B0A2E41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4934A98C-0493-76FA-5E61-D6942D1AF4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540B8BAC-21BC-04C9-2B6A-64702581F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B893523B-9043-7A8C-3140-6E247B751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D803DB43-33E6-2D10-A8A8-C209D0693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509DBE69-B7F0-3931-D257-6D271E780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2E7F793F-9562-03D3-4CA0-C700F72A3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693D9D48-4AB9-28CD-4098-1DDFC89E2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9E8C1B3C-2E92-E0C3-A5C7-3ADB66FD2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7FD183D4-507D-BA36-BAEB-22A00D3F0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7BD1B8E3-550D-5571-399E-94B33E34D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01FBA326-5306-EAA7-7C6F-96B44F21E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129BF513-CBD9-4F12-1D5D-E919C7614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278C9BE0-8D18-FFD3-F0A2-4C785119F7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CE8D1663-338D-CB22-F07E-145E5097C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B8A2B475-0FB0-D06F-1C19-72114201F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53A9AFCF-26DF-F822-452D-ECDD9078C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83642077-6B26-A046-DE0C-EFFA6B668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D8C93B75-06D2-184B-B671-0BA8AE5B1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8F1FC956-A83B-9D3B-E0C0-01551881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47536867-E47C-18EB-C3E5-58057B3BB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E7A8B2B4-E706-ECA7-054B-B4DB63791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954CB463-CDCF-71F6-AEB0-A435F9B0B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1B4835A0-7E64-D563-987E-905080BAD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4731843E-6700-06C2-4626-88354018A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DCA2F663-967F-9361-45C9-0CB59C00F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7B1DF-D21D-5EBA-8585-270E8C06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02295"/>
          </a:xfrm>
        </p:spPr>
        <p:txBody>
          <a:bodyPr>
            <a:normAutofit/>
          </a:bodyPr>
          <a:lstStyle/>
          <a:p>
            <a:r>
              <a:rPr lang="pl-PL" dirty="0"/>
              <a:t>Urządzenia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AF01E-761C-F1BD-C1E8-449DCCF1B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461" y="1621034"/>
            <a:ext cx="4567259" cy="46551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pl-PL" sz="3600" dirty="0"/>
              <a:t>nazwa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pl-PL" sz="3600" dirty="0"/>
              <a:t>użytkownik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pl-PL" sz="3600" dirty="0"/>
              <a:t>typ (</a:t>
            </a:r>
            <a:r>
              <a:rPr lang="pl-PL" sz="3600" dirty="0" err="1"/>
              <a:t>preset</a:t>
            </a:r>
            <a:r>
              <a:rPr lang="pl-PL" sz="3600" dirty="0"/>
              <a:t>)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pl-PL" sz="3600" dirty="0"/>
              <a:t>pokój (</a:t>
            </a:r>
            <a:r>
              <a:rPr lang="pl-PL" sz="3600" dirty="0" err="1"/>
              <a:t>opt</a:t>
            </a:r>
            <a:r>
              <a:rPr lang="pl-PL" sz="3600" dirty="0"/>
              <a:t>.)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99AC4CE-571B-47AB-46D1-A46173571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0073B94E-A54E-46B0-FF4B-107E4EDB5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17706BC7-8157-1029-7261-D3F66CA17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3698C808-F385-85B6-D71D-975AE8497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0F6DE2AF-579F-C538-8301-019EBE86B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id="{34B442D4-3471-D25D-544B-3A9389AB4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161F6142-58CE-52B4-7EF7-812F4BFC1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22F57044-F13E-93E5-52EA-4B3EBC7DD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1E0FB259-EC32-48ED-82E0-8C1FD19F7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22D78B60-93BE-92D5-89C8-30EB0533C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D3E7AD8B-E573-980D-4CDB-6FB943C1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62F63B3E-CC98-4EB2-8C9F-339927FB2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5234" y="309041"/>
            <a:ext cx="2252120" cy="2252120"/>
          </a:xfrm>
          <a:prstGeom prst="rect">
            <a:avLst/>
          </a:prstGeom>
        </p:spPr>
      </p:pic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6259EBA3-E5D6-3F47-C535-FEEED4767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6238" y="2485693"/>
            <a:ext cx="1020627" cy="1020627"/>
          </a:xfrm>
          <a:prstGeom prst="rect">
            <a:avLst/>
          </a:prstGeom>
        </p:spPr>
      </p:pic>
      <p:pic>
        <p:nvPicPr>
          <p:cNvPr id="14" name="Graphic 13" descr="Couch with solid fill">
            <a:extLst>
              <a:ext uri="{FF2B5EF4-FFF2-40B4-BE49-F238E27FC236}">
                <a16:creationId xmlns:a16="http://schemas.microsoft.com/office/drawing/2014/main" id="{C73A7439-C493-0B55-66F4-F51C684265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8538" y="4681704"/>
            <a:ext cx="755484" cy="755484"/>
          </a:xfrm>
          <a:prstGeom prst="rect">
            <a:avLst/>
          </a:prstGeom>
        </p:spPr>
      </p:pic>
      <p:pic>
        <p:nvPicPr>
          <p:cNvPr id="20" name="Graphic 19" descr="User Crown Male with solid fill">
            <a:extLst>
              <a:ext uri="{FF2B5EF4-FFF2-40B4-BE49-F238E27FC236}">
                <a16:creationId xmlns:a16="http://schemas.microsoft.com/office/drawing/2014/main" id="{6E3ABB42-D019-D2F0-8C38-5FAEDD31D8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45800" y="2516663"/>
            <a:ext cx="1020627" cy="1020627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8EEA0AB-C7BD-71BA-1C8E-AAB8B9AB833A}"/>
              </a:ext>
            </a:extLst>
          </p:cNvPr>
          <p:cNvSpPr txBox="1">
            <a:spLocks/>
          </p:cNvSpPr>
          <p:nvPr/>
        </p:nvSpPr>
        <p:spPr>
          <a:xfrm>
            <a:off x="6612440" y="2496839"/>
            <a:ext cx="3244092" cy="3279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Char char="-"/>
            </a:pPr>
            <a:r>
              <a:rPr lang="pl-PL" sz="3600" dirty="0"/>
              <a:t>reguły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pl-PL" sz="3600" dirty="0"/>
              <a:t>stan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pl-PL" sz="3600" dirty="0" err="1"/>
              <a:t>power</a:t>
            </a:r>
            <a:r>
              <a:rPr lang="pl-PL" sz="3600" dirty="0"/>
              <a:t> on/off</a:t>
            </a:r>
          </a:p>
        </p:txBody>
      </p:sp>
      <p:pic>
        <p:nvPicPr>
          <p:cNvPr id="11" name="Graphic 10" descr="Gears with solid fill">
            <a:extLst>
              <a:ext uri="{FF2B5EF4-FFF2-40B4-BE49-F238E27FC236}">
                <a16:creationId xmlns:a16="http://schemas.microsoft.com/office/drawing/2014/main" id="{C713A0FD-6B51-8D6C-3F51-77C4B47C15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8144103" y="2584069"/>
            <a:ext cx="1004254" cy="1004254"/>
          </a:xfrm>
          <a:prstGeom prst="rect">
            <a:avLst/>
          </a:prstGeom>
        </p:spPr>
      </p:pic>
      <p:pic>
        <p:nvPicPr>
          <p:cNvPr id="16" name="Graphic 15" descr="Thermometer with solid fill">
            <a:extLst>
              <a:ext uri="{FF2B5EF4-FFF2-40B4-BE49-F238E27FC236}">
                <a16:creationId xmlns:a16="http://schemas.microsoft.com/office/drawing/2014/main" id="{C4CE35E3-5BBB-BF04-8EC5-E92B54A7B9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44538" y="3655095"/>
            <a:ext cx="755485" cy="755485"/>
          </a:xfrm>
          <a:prstGeom prst="rect">
            <a:avLst/>
          </a:prstGeom>
        </p:spPr>
      </p:pic>
      <p:pic>
        <p:nvPicPr>
          <p:cNvPr id="18" name="Graphic 17" descr="Clock with solid fill">
            <a:extLst>
              <a:ext uri="{FF2B5EF4-FFF2-40B4-BE49-F238E27FC236}">
                <a16:creationId xmlns:a16="http://schemas.microsoft.com/office/drawing/2014/main" id="{2896F6C5-4508-0C91-4808-036CE5D247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26280" y="3664744"/>
            <a:ext cx="755484" cy="755484"/>
          </a:xfrm>
          <a:prstGeom prst="rect">
            <a:avLst/>
          </a:prstGeom>
        </p:spPr>
      </p:pic>
      <p:pic>
        <p:nvPicPr>
          <p:cNvPr id="22" name="Graphic 21" descr="Power with solid fill">
            <a:extLst>
              <a:ext uri="{FF2B5EF4-FFF2-40B4-BE49-F238E27FC236}">
                <a16:creationId xmlns:a16="http://schemas.microsoft.com/office/drawing/2014/main" id="{623BEEB1-4C1F-E78A-55A8-5C970E34AC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96033" y="3675553"/>
            <a:ext cx="664668" cy="664668"/>
          </a:xfrm>
          <a:prstGeom prst="rect">
            <a:avLst/>
          </a:prstGeom>
        </p:spPr>
      </p:pic>
      <p:pic>
        <p:nvPicPr>
          <p:cNvPr id="24" name="Graphic 23" descr="Plugged Unplugged with solid fill">
            <a:extLst>
              <a:ext uri="{FF2B5EF4-FFF2-40B4-BE49-F238E27FC236}">
                <a16:creationId xmlns:a16="http://schemas.microsoft.com/office/drawing/2014/main" id="{D24EB912-3D2B-FF36-0041-FBA37DBB719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35076" y="4462161"/>
            <a:ext cx="915180" cy="915180"/>
          </a:xfrm>
          <a:prstGeom prst="rect">
            <a:avLst/>
          </a:prstGeom>
        </p:spPr>
      </p:pic>
      <p:pic>
        <p:nvPicPr>
          <p:cNvPr id="26" name="Graphic 25" descr="Power with solid fill">
            <a:extLst>
              <a:ext uri="{FF2B5EF4-FFF2-40B4-BE49-F238E27FC236}">
                <a16:creationId xmlns:a16="http://schemas.microsoft.com/office/drawing/2014/main" id="{12650EB0-199C-BE63-0DE1-DC18572999D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71904" y="3675553"/>
            <a:ext cx="664668" cy="66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66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89025-2690-E5D3-1520-4C1DBBE0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1B9946B3-EE95-8C92-8C42-801352BAB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A8C7C56-CA53-0A83-8D6A-067A21CFF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2A87FF5D-E8EA-E5B0-7A08-6F482B5AE6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3CC703D5-C0CB-670A-3EFB-8BD1F71F3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B02CE0C8-CC5E-64A4-7015-35E5DF45D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1EC20250-AFCB-CE17-93AB-7D7EDD022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756BD296-4FC4-5292-9F33-93D181797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66F170FD-7301-F9D3-274D-D0F6388D6E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968BD69B-4484-DE7A-6E80-68CF9CF4B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F8C72C87-1C09-DF31-118E-AD8114F94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654DA4D3-6311-EF8A-028D-444DFAA5C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3FE6693A-DEE0-A16C-AEA8-B78E092A0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87B0A23E-3A7A-9C13-3265-14A8782A9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692F0C2F-7D8A-D798-AC9D-38E92BB62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E43D20AF-FC90-2446-16D9-89790F03C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296C13B9-1971-40B1-E5D0-5BD51794F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0306960B-FDCC-35BE-3E52-8D32AD964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0D55DD8F-0271-AB9B-38B2-28E71682B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B10116F9-8143-1E77-A623-67951A4AC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1CA66D53-977B-A07A-0751-D7317E717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D2C9557E-D7C9-7670-2312-AC3C376919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2973E49D-C512-32BC-DA86-FA0A997A6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B05D5D99-F487-1EC0-BA06-C3CBC2349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DB59411B-3CF3-93D7-C123-9EDAA98E3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6BB38C79-7F90-92AD-38E0-8C31BA732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DE876BB8-C1B9-0D3E-486D-2D057FD8E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6E56FDB1-CB4F-24D8-F0B8-CB536A22F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405D1A73-AD75-B15E-BB70-C7BAB687E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1876F0AC-2871-70F7-1539-4C18599E4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ACB8D2-E84E-5464-54F8-043047A1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02295"/>
          </a:xfrm>
        </p:spPr>
        <p:txBody>
          <a:bodyPr>
            <a:normAutofit/>
          </a:bodyPr>
          <a:lstStyle/>
          <a:p>
            <a:r>
              <a:rPr lang="pl-PL" dirty="0"/>
              <a:t>reguły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774FA-1340-B1D2-0D0A-144F4D20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461" y="1469184"/>
            <a:ext cx="9905999" cy="4476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Atrybuty:</a:t>
            </a:r>
          </a:p>
          <a:p>
            <a:pPr>
              <a:buFontTx/>
              <a:buChar char="-"/>
            </a:pPr>
            <a:r>
              <a:rPr lang="pl-PL" dirty="0"/>
              <a:t>nazwa</a:t>
            </a:r>
          </a:p>
          <a:p>
            <a:pPr>
              <a:buFontTx/>
              <a:buChar char="-"/>
            </a:pPr>
            <a:r>
              <a:rPr lang="pl-PL" dirty="0"/>
              <a:t>urządzenie</a:t>
            </a:r>
          </a:p>
          <a:p>
            <a:pPr>
              <a:buFontTx/>
              <a:buChar char="-"/>
            </a:pPr>
            <a:r>
              <a:rPr lang="pl-PL" dirty="0"/>
              <a:t>wartość: aktualna, minimalna, maksymalna</a:t>
            </a:r>
          </a:p>
          <a:p>
            <a:pPr>
              <a:buFontTx/>
              <a:buChar char="-"/>
            </a:pPr>
            <a:r>
              <a:rPr lang="pl-PL" dirty="0"/>
              <a:t>stan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CD14F0F-C837-E50E-3D19-048DBFB8E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60CE87C9-2A83-2099-8F9A-9A69A587C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F9ADD12F-ADBF-E117-C48B-9F1218254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74317D3F-3C2E-5998-B29B-5CE93A800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5017D7E9-4646-2E44-8B08-22B995419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id="{A53873BA-A2F7-444A-3FB6-B4EDA0AAC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8C8CB40A-FAEB-C1EB-AD5E-0B9D9F80C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D64E37E6-F9E8-23FC-1036-851053502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82196D19-3D65-D158-4103-CA0489E2D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1DD8AEEE-27E3-F610-CA8B-1B42419FD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F1794177-C80E-40FB-2158-90A85C1EA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7" name="Graphic 6" descr="Gears with solid fill">
            <a:extLst>
              <a:ext uri="{FF2B5EF4-FFF2-40B4-BE49-F238E27FC236}">
                <a16:creationId xmlns:a16="http://schemas.microsoft.com/office/drawing/2014/main" id="{892CFE67-2ECF-999D-A68E-C1842F2C7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2907" y="1560288"/>
            <a:ext cx="3988280" cy="398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03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7BAAD-7170-3853-4B86-E7C75958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31D1B7D6-747F-2E3D-C546-D498C4DF7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572D323-A941-7E90-A00A-CA3FF8D5B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21FF136E-B8BC-3F75-3AE9-7D54D9011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DF2F0733-11DB-FBAE-2671-42FF4AC7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A9D966EA-138D-0F1B-1334-5F369E285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92BE87B2-4927-46E3-9A4D-346FADADF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D22DAE62-E4E1-7028-7BC4-BEDA46158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89DE7413-FCD6-BF56-B63F-C675E096D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7B0B0C62-8D6F-29A9-8DEC-27A2758CA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D3D182C4-EC54-AAEC-7028-9F669F61C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2DFAA62A-4543-955A-2E94-70B046935E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2ADDCEA4-5107-5DFF-2FE0-336A133A5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ED7D4785-D081-E12F-F425-F954F4A92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A971EED0-B9E1-02EF-E807-3A91445BC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75345B35-E617-B2A5-81C4-DFC28573C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6991D8D2-0C26-263C-308E-BB75937F0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2CC99A35-66BD-DB4C-84BE-BAE9A0BF9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02A9767D-A4B2-25FC-AB66-5BF7ED45D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329D7261-E99C-779C-E8D6-92DCE1701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AE394CAD-2690-AABF-7389-5D9316D9C6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39FB530F-C1F8-E48F-1678-1479F4F1B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061A0411-FC23-DE04-4A6B-6D226C24F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677F8B46-81AE-0101-C236-4961EDD27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E74F6BCF-D994-2417-39ED-45B54C6BA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9487F331-F1BE-8F3F-6188-A67477335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1D271DA8-B39C-72CD-37A4-6E27B585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164A6875-2C76-C9CF-660E-C77D131BF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56DC608E-E151-8207-2649-7167CDC4C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5935801A-BD3D-C97B-30BD-B846AC2E5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F066DDF-37E6-D1C9-427F-7F22F656C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377AB3AC-B1A3-DEA3-3726-F59B50F715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964A3C3F-99BA-9961-138C-C95545151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3FA043AC-F880-DB20-6D96-F2DE9D470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91AA0B57-7CAF-2527-B01E-E534C2567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id="{C07DCCB1-E343-06C5-92DE-3F14F6BB3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346F4927-EA4C-126A-CE2C-7A54D8E91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A8FE5AA7-386E-2047-3C58-F163F2F8B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8610541E-0DB8-EF31-92E2-A4D4B3318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25075432-EB87-4316-BA07-8EA98A7F1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177EB58F-0ACD-B5B4-4014-D92E67E0C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DCC6210D-60F3-8532-24A7-45D539DD7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9990" y="4211730"/>
            <a:ext cx="1990591" cy="1990591"/>
          </a:xfrm>
          <a:prstGeom prst="rect">
            <a:avLst/>
          </a:prstGeom>
        </p:spPr>
      </p:pic>
      <p:pic>
        <p:nvPicPr>
          <p:cNvPr id="9" name="Graphic 8" descr="Gears with solid fill">
            <a:extLst>
              <a:ext uri="{FF2B5EF4-FFF2-40B4-BE49-F238E27FC236}">
                <a16:creationId xmlns:a16="http://schemas.microsoft.com/office/drawing/2014/main" id="{8C9D8129-F05A-AAB6-9449-24878139A8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1815" y="3702533"/>
            <a:ext cx="711534" cy="711534"/>
          </a:xfrm>
          <a:prstGeom prst="rect">
            <a:avLst/>
          </a:prstGeom>
        </p:spPr>
      </p:pic>
      <p:pic>
        <p:nvPicPr>
          <p:cNvPr id="11" name="Graphic 10" descr="Lights On with solid fill">
            <a:extLst>
              <a:ext uri="{FF2B5EF4-FFF2-40B4-BE49-F238E27FC236}">
                <a16:creationId xmlns:a16="http://schemas.microsoft.com/office/drawing/2014/main" id="{E44549D9-08E3-DC5C-0ECB-0C686D06F3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8071" y="5367712"/>
            <a:ext cx="770776" cy="770776"/>
          </a:xfrm>
          <a:prstGeom prst="rect">
            <a:avLst/>
          </a:prstGeom>
        </p:spPr>
      </p:pic>
      <p:pic>
        <p:nvPicPr>
          <p:cNvPr id="13" name="Graphic 12" descr="Gears with solid fill">
            <a:extLst>
              <a:ext uri="{FF2B5EF4-FFF2-40B4-BE49-F238E27FC236}">
                <a16:creationId xmlns:a16="http://schemas.microsoft.com/office/drawing/2014/main" id="{E5349087-4523-62F2-3039-8092EAF0CC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0069" y="5052679"/>
            <a:ext cx="711534" cy="711534"/>
          </a:xfrm>
          <a:prstGeom prst="rect">
            <a:avLst/>
          </a:prstGeom>
        </p:spPr>
      </p:pic>
      <p:pic>
        <p:nvPicPr>
          <p:cNvPr id="16" name="Graphic 15" descr="Gears with solid fill">
            <a:extLst>
              <a:ext uri="{FF2B5EF4-FFF2-40B4-BE49-F238E27FC236}">
                <a16:creationId xmlns:a16="http://schemas.microsoft.com/office/drawing/2014/main" id="{08C93013-B1F2-2416-3F37-E9305FD7A5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1968" y="5743875"/>
            <a:ext cx="711534" cy="711534"/>
          </a:xfrm>
          <a:prstGeom prst="rect">
            <a:avLst/>
          </a:prstGeom>
        </p:spPr>
      </p:pic>
      <p:pic>
        <p:nvPicPr>
          <p:cNvPr id="18" name="Graphic 17" descr="User Crown Male with solid fill">
            <a:extLst>
              <a:ext uri="{FF2B5EF4-FFF2-40B4-BE49-F238E27FC236}">
                <a16:creationId xmlns:a16="http://schemas.microsoft.com/office/drawing/2014/main" id="{D4F09B78-5E56-4252-8038-9C9C2F7E16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30287" y="1233396"/>
            <a:ext cx="1990591" cy="1990591"/>
          </a:xfrm>
          <a:prstGeom prst="rect">
            <a:avLst/>
          </a:prstGeom>
        </p:spPr>
      </p:pic>
      <p:pic>
        <p:nvPicPr>
          <p:cNvPr id="19" name="Graphic 18" descr="Lights On with solid fill">
            <a:extLst>
              <a:ext uri="{FF2B5EF4-FFF2-40B4-BE49-F238E27FC236}">
                <a16:creationId xmlns:a16="http://schemas.microsoft.com/office/drawing/2014/main" id="{1FE76666-7AD8-C1BD-7864-9664C25A6A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38071" y="4181079"/>
            <a:ext cx="770776" cy="770776"/>
          </a:xfrm>
          <a:prstGeom prst="rect">
            <a:avLst/>
          </a:prstGeom>
        </p:spPr>
      </p:pic>
      <p:pic>
        <p:nvPicPr>
          <p:cNvPr id="21" name="Graphic 20" descr="Gears with solid fill">
            <a:extLst>
              <a:ext uri="{FF2B5EF4-FFF2-40B4-BE49-F238E27FC236}">
                <a16:creationId xmlns:a16="http://schemas.microsoft.com/office/drawing/2014/main" id="{944D4F66-EC87-16B9-33F2-E95B41772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9887" y="4357268"/>
            <a:ext cx="711534" cy="711534"/>
          </a:xfrm>
          <a:prstGeom prst="rect">
            <a:avLst/>
          </a:prstGeom>
        </p:spPr>
      </p:pic>
      <p:pic>
        <p:nvPicPr>
          <p:cNvPr id="22" name="Graphic 21" descr="Couch with solid fill">
            <a:extLst>
              <a:ext uri="{FF2B5EF4-FFF2-40B4-BE49-F238E27FC236}">
                <a16:creationId xmlns:a16="http://schemas.microsoft.com/office/drawing/2014/main" id="{87BF2CE3-EDCA-6986-0583-A097303684D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11078" y="4576763"/>
            <a:ext cx="506395" cy="506395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FCF53031-6F32-F9A5-CAC8-01E541F673AF}"/>
              </a:ext>
            </a:extLst>
          </p:cNvPr>
          <p:cNvGrpSpPr/>
          <p:nvPr/>
        </p:nvGrpSpPr>
        <p:grpSpPr>
          <a:xfrm>
            <a:off x="3864423" y="4183057"/>
            <a:ext cx="3631320" cy="2045880"/>
            <a:chOff x="3864423" y="4183057"/>
            <a:chExt cx="3631320" cy="20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F1198E5-311A-DACA-A53B-18DD562513C1}"/>
                    </a:ext>
                  </a:extLst>
                </p14:cNvPr>
                <p14:cNvContentPartPr/>
                <p14:nvPr/>
              </p14:nvContentPartPr>
              <p14:xfrm>
                <a:off x="3864423" y="4580137"/>
                <a:ext cx="1440000" cy="64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F1198E5-311A-DACA-A53B-18DD562513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55783" y="4571137"/>
                  <a:ext cx="145764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45311C9-7E8C-32C9-C691-4A3020360782}"/>
                    </a:ext>
                  </a:extLst>
                </p14:cNvPr>
                <p14:cNvContentPartPr/>
                <p14:nvPr/>
              </p14:nvContentPartPr>
              <p14:xfrm>
                <a:off x="3907623" y="5580217"/>
                <a:ext cx="1483560" cy="45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45311C9-7E8C-32C9-C691-4A30203607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98623" y="5571577"/>
                  <a:ext cx="15012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A952F64-0C72-244C-AF2D-827DABC128A1}"/>
                    </a:ext>
                  </a:extLst>
                </p14:cNvPr>
                <p14:cNvContentPartPr/>
                <p14:nvPr/>
              </p14:nvContentPartPr>
              <p14:xfrm>
                <a:off x="6193623" y="4183057"/>
                <a:ext cx="1060200" cy="302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A952F64-0C72-244C-AF2D-827DABC128A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84983" y="4174417"/>
                  <a:ext cx="10778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ADF6CB2-FE75-B740-B73F-4DE4087170F2}"/>
                    </a:ext>
                  </a:extLst>
                </p14:cNvPr>
                <p14:cNvContentPartPr/>
                <p14:nvPr/>
              </p14:nvContentPartPr>
              <p14:xfrm>
                <a:off x="6176343" y="4606417"/>
                <a:ext cx="1284480" cy="199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ADF6CB2-FE75-B740-B73F-4DE4087170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7703" y="4597777"/>
                  <a:ext cx="1302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B5F6F3A-A380-D1B8-2E13-32F356EDBD4A}"/>
                    </a:ext>
                  </a:extLst>
                </p14:cNvPr>
                <p14:cNvContentPartPr/>
                <p14:nvPr/>
              </p14:nvContentPartPr>
              <p14:xfrm>
                <a:off x="6176343" y="5372137"/>
                <a:ext cx="1288080" cy="295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B5F6F3A-A380-D1B8-2E13-32F356EDBD4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67703" y="5363497"/>
                  <a:ext cx="1305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A4A50E9-E876-64C0-9707-6587E439F735}"/>
                    </a:ext>
                  </a:extLst>
                </p14:cNvPr>
                <p14:cNvContentPartPr/>
                <p14:nvPr/>
              </p14:nvContentPartPr>
              <p14:xfrm>
                <a:off x="6184983" y="5795857"/>
                <a:ext cx="1310760" cy="433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A4A50E9-E876-64C0-9707-6587E439F73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75983" y="5787217"/>
                  <a:ext cx="1328400" cy="450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0" name="Graphic 39" descr="Gears with solid fill">
            <a:extLst>
              <a:ext uri="{FF2B5EF4-FFF2-40B4-BE49-F238E27FC236}">
                <a16:creationId xmlns:a16="http://schemas.microsoft.com/office/drawing/2014/main" id="{75403933-B45E-5057-FFAD-236DA5A54EF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19620" y="619361"/>
            <a:ext cx="711534" cy="711534"/>
          </a:xfrm>
          <a:prstGeom prst="rect">
            <a:avLst/>
          </a:prstGeom>
        </p:spPr>
      </p:pic>
      <p:pic>
        <p:nvPicPr>
          <p:cNvPr id="41" name="Graphic 40" descr="Lights On with solid fill">
            <a:extLst>
              <a:ext uri="{FF2B5EF4-FFF2-40B4-BE49-F238E27FC236}">
                <a16:creationId xmlns:a16="http://schemas.microsoft.com/office/drawing/2014/main" id="{622CCB95-BD5A-7BC3-61AF-D36D2A3FB53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415876" y="2284540"/>
            <a:ext cx="770776" cy="770776"/>
          </a:xfrm>
          <a:prstGeom prst="rect">
            <a:avLst/>
          </a:prstGeom>
        </p:spPr>
      </p:pic>
      <p:pic>
        <p:nvPicPr>
          <p:cNvPr id="42" name="Graphic 41" descr="Gears with solid fill">
            <a:extLst>
              <a:ext uri="{FF2B5EF4-FFF2-40B4-BE49-F238E27FC236}">
                <a16:creationId xmlns:a16="http://schemas.microsoft.com/office/drawing/2014/main" id="{7B72A769-6C9F-9AE7-15DD-DF12A83A524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737874" y="1969507"/>
            <a:ext cx="711534" cy="711534"/>
          </a:xfrm>
          <a:prstGeom prst="rect">
            <a:avLst/>
          </a:prstGeom>
        </p:spPr>
      </p:pic>
      <p:pic>
        <p:nvPicPr>
          <p:cNvPr id="43" name="Graphic 42" descr="Gears with solid fill">
            <a:extLst>
              <a:ext uri="{FF2B5EF4-FFF2-40B4-BE49-F238E27FC236}">
                <a16:creationId xmlns:a16="http://schemas.microsoft.com/office/drawing/2014/main" id="{3DD5B287-D031-E7AE-4C1D-0CBED3B40FB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699773" y="2660703"/>
            <a:ext cx="711534" cy="711534"/>
          </a:xfrm>
          <a:prstGeom prst="rect">
            <a:avLst/>
          </a:prstGeom>
        </p:spPr>
      </p:pic>
      <p:pic>
        <p:nvPicPr>
          <p:cNvPr id="44" name="Graphic 43" descr="Lights On with solid fill">
            <a:extLst>
              <a:ext uri="{FF2B5EF4-FFF2-40B4-BE49-F238E27FC236}">
                <a16:creationId xmlns:a16="http://schemas.microsoft.com/office/drawing/2014/main" id="{857E5457-C1A5-E374-A382-526D965241F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415876" y="1097907"/>
            <a:ext cx="770776" cy="770776"/>
          </a:xfrm>
          <a:prstGeom prst="rect">
            <a:avLst/>
          </a:prstGeom>
        </p:spPr>
      </p:pic>
      <p:pic>
        <p:nvPicPr>
          <p:cNvPr id="45" name="Graphic 44" descr="Gears with solid fill">
            <a:extLst>
              <a:ext uri="{FF2B5EF4-FFF2-40B4-BE49-F238E27FC236}">
                <a16:creationId xmlns:a16="http://schemas.microsoft.com/office/drawing/2014/main" id="{34B56402-69CF-E4AE-A227-78B7E317B68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67692" y="1274096"/>
            <a:ext cx="711534" cy="711534"/>
          </a:xfrm>
          <a:prstGeom prst="rect">
            <a:avLst/>
          </a:prstGeom>
        </p:spPr>
      </p:pic>
      <p:pic>
        <p:nvPicPr>
          <p:cNvPr id="46" name="Graphic 45" descr="Couch with solid fill">
            <a:extLst>
              <a:ext uri="{FF2B5EF4-FFF2-40B4-BE49-F238E27FC236}">
                <a16:creationId xmlns:a16="http://schemas.microsoft.com/office/drawing/2014/main" id="{0E739F5B-DBBA-4FD6-1086-AC1B077E69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59679" y="2785282"/>
            <a:ext cx="506395" cy="50639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1DF802-C4B9-1599-1240-FEE438A84D96}"/>
              </a:ext>
            </a:extLst>
          </p:cNvPr>
          <p:cNvGrpSpPr/>
          <p:nvPr/>
        </p:nvGrpSpPr>
        <p:grpSpPr>
          <a:xfrm>
            <a:off x="3942228" y="1099885"/>
            <a:ext cx="3631320" cy="2045880"/>
            <a:chOff x="3864423" y="4183057"/>
            <a:chExt cx="3631320" cy="20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A8399E3-BA52-8FC4-7134-4AA1A07CC577}"/>
                    </a:ext>
                  </a:extLst>
                </p14:cNvPr>
                <p14:cNvContentPartPr/>
                <p14:nvPr/>
              </p14:nvContentPartPr>
              <p14:xfrm>
                <a:off x="3864423" y="4580137"/>
                <a:ext cx="1440000" cy="648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A8399E3-BA52-8FC4-7134-4AA1A07CC5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55783" y="4571137"/>
                  <a:ext cx="145764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6D840B-382A-33DC-0A66-06A1419EA671}"/>
                    </a:ext>
                  </a:extLst>
                </p14:cNvPr>
                <p14:cNvContentPartPr/>
                <p14:nvPr/>
              </p14:nvContentPartPr>
              <p14:xfrm>
                <a:off x="3907623" y="5580217"/>
                <a:ext cx="1483560" cy="459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6D840B-382A-33DC-0A66-06A1419EA6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98623" y="5571577"/>
                  <a:ext cx="15012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97805CF-5F1D-9E1E-F5B7-7CE25ED27065}"/>
                    </a:ext>
                  </a:extLst>
                </p14:cNvPr>
                <p14:cNvContentPartPr/>
                <p14:nvPr/>
              </p14:nvContentPartPr>
              <p14:xfrm>
                <a:off x="6193623" y="4183057"/>
                <a:ext cx="1060200" cy="302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97805CF-5F1D-9E1E-F5B7-7CE25ED2706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84983" y="4174417"/>
                  <a:ext cx="10778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F598721-1154-76C9-1880-56C973D8F087}"/>
                    </a:ext>
                  </a:extLst>
                </p14:cNvPr>
                <p14:cNvContentPartPr/>
                <p14:nvPr/>
              </p14:nvContentPartPr>
              <p14:xfrm>
                <a:off x="6176343" y="4606417"/>
                <a:ext cx="1284480" cy="199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F598721-1154-76C9-1880-56C973D8F0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67703" y="4597777"/>
                  <a:ext cx="1302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05E0951-E3A2-90AE-F3A0-B2369A65D09A}"/>
                    </a:ext>
                  </a:extLst>
                </p14:cNvPr>
                <p14:cNvContentPartPr/>
                <p14:nvPr/>
              </p14:nvContentPartPr>
              <p14:xfrm>
                <a:off x="6176343" y="5372137"/>
                <a:ext cx="1288080" cy="295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05E0951-E3A2-90AE-F3A0-B2369A65D0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67703" y="5363497"/>
                  <a:ext cx="1305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857730-FCCB-10DA-47E5-41AA5F3BEA88}"/>
                    </a:ext>
                  </a:extLst>
                </p14:cNvPr>
                <p14:cNvContentPartPr/>
                <p14:nvPr/>
              </p14:nvContentPartPr>
              <p14:xfrm>
                <a:off x="6184983" y="5795857"/>
                <a:ext cx="1310760" cy="433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857730-FCCB-10DA-47E5-41AA5F3BEA8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75983" y="5787217"/>
                  <a:ext cx="1328400" cy="45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FEE0B76-8878-63AE-4BBA-47F9AF12A372}"/>
              </a:ext>
            </a:extLst>
          </p:cNvPr>
          <p:cNvGrpSpPr/>
          <p:nvPr/>
        </p:nvGrpSpPr>
        <p:grpSpPr>
          <a:xfrm>
            <a:off x="3881703" y="2665657"/>
            <a:ext cx="1434960" cy="2932920"/>
            <a:chOff x="3881703" y="2665657"/>
            <a:chExt cx="1434960" cy="29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5FED16D-0862-931E-4E86-CB6867E03B59}"/>
                    </a:ext>
                  </a:extLst>
                </p14:cNvPr>
                <p14:cNvContentPartPr/>
                <p14:nvPr/>
              </p14:nvContentPartPr>
              <p14:xfrm>
                <a:off x="3890343" y="2665657"/>
                <a:ext cx="1426320" cy="1601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5FED16D-0862-931E-4E86-CB6867E03B5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81343" y="2656657"/>
                  <a:ext cx="1443960" cy="16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ADA78F-AF21-05C0-8EE7-BAA4F9C31343}"/>
                    </a:ext>
                  </a:extLst>
                </p14:cNvPr>
                <p14:cNvContentPartPr/>
                <p14:nvPr/>
              </p14:nvContentPartPr>
              <p14:xfrm>
                <a:off x="3881703" y="2725777"/>
                <a:ext cx="1422720" cy="2872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ADA78F-AF21-05C0-8EE7-BAA4F9C3134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73063" y="2717137"/>
                  <a:ext cx="1440360" cy="2890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6" name="Graphic 85" descr="Thermometer with solid fill">
            <a:extLst>
              <a:ext uri="{FF2B5EF4-FFF2-40B4-BE49-F238E27FC236}">
                <a16:creationId xmlns:a16="http://schemas.microsoft.com/office/drawing/2014/main" id="{3DA0BFF8-CBD1-AD8C-7EAF-E01A79F7CAE4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204029" y="1578829"/>
            <a:ext cx="375623" cy="375623"/>
          </a:xfrm>
          <a:prstGeom prst="rect">
            <a:avLst/>
          </a:prstGeom>
        </p:spPr>
      </p:pic>
      <p:pic>
        <p:nvPicPr>
          <p:cNvPr id="98" name="Graphic 97" descr="Clock with solid fill">
            <a:extLst>
              <a:ext uri="{FF2B5EF4-FFF2-40B4-BE49-F238E27FC236}">
                <a16:creationId xmlns:a16="http://schemas.microsoft.com/office/drawing/2014/main" id="{9AE03D6D-E1CA-11F7-FF39-E1A16D1A4CD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174901" y="4733410"/>
            <a:ext cx="380693" cy="380693"/>
          </a:xfrm>
          <a:prstGeom prst="rect">
            <a:avLst/>
          </a:prstGeom>
        </p:spPr>
      </p:pic>
      <p:pic>
        <p:nvPicPr>
          <p:cNvPr id="99" name="Graphic 98" descr="Clock with solid fill">
            <a:extLst>
              <a:ext uri="{FF2B5EF4-FFF2-40B4-BE49-F238E27FC236}">
                <a16:creationId xmlns:a16="http://schemas.microsoft.com/office/drawing/2014/main" id="{E9134F64-312C-062F-2688-7CECC6FD8FEC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299970" y="6067630"/>
            <a:ext cx="380693" cy="380693"/>
          </a:xfrm>
          <a:prstGeom prst="rect">
            <a:avLst/>
          </a:prstGeom>
        </p:spPr>
      </p:pic>
      <p:pic>
        <p:nvPicPr>
          <p:cNvPr id="100" name="Graphic 99" descr="Thermometer with solid fill">
            <a:extLst>
              <a:ext uri="{FF2B5EF4-FFF2-40B4-BE49-F238E27FC236}">
                <a16:creationId xmlns:a16="http://schemas.microsoft.com/office/drawing/2014/main" id="{7750919E-9E13-8E88-980B-BCDD9DBF57F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709530" y="6067630"/>
            <a:ext cx="375623" cy="375623"/>
          </a:xfrm>
          <a:prstGeom prst="rect">
            <a:avLst/>
          </a:prstGeom>
        </p:spPr>
      </p:pic>
      <p:pic>
        <p:nvPicPr>
          <p:cNvPr id="101" name="Graphic 100" descr="Clock with solid fill">
            <a:extLst>
              <a:ext uri="{FF2B5EF4-FFF2-40B4-BE49-F238E27FC236}">
                <a16:creationId xmlns:a16="http://schemas.microsoft.com/office/drawing/2014/main" id="{1FAF7196-EB68-E171-14EB-FF0733CF4B8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262133" y="2981443"/>
            <a:ext cx="380693" cy="380693"/>
          </a:xfrm>
          <a:prstGeom prst="rect">
            <a:avLst/>
          </a:prstGeom>
        </p:spPr>
      </p:pic>
      <p:sp>
        <p:nvSpPr>
          <p:cNvPr id="102" name="Title 1">
            <a:extLst>
              <a:ext uri="{FF2B5EF4-FFF2-40B4-BE49-F238E27FC236}">
                <a16:creationId xmlns:a16="http://schemas.microsoft.com/office/drawing/2014/main" id="{03B8601D-2727-8C11-FFFD-ECBF31A5F237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02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Logika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334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3A28C-31B9-34E0-3BDC-A25203EA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E891B282-CA82-F194-1DDA-36F7A44E9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9E81BF2-48E6-EE20-4652-6D78B5B94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46BA0745-3050-D745-3F30-4E972C7C4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15AE2F28-C2C2-05E1-53E8-07433C9D7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22BD8C8E-9AF9-DD49-C0A6-9401DE94E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CE30CA7A-A3ED-2B78-DDB3-EA39A930E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3B6FEAA4-E396-42FB-B074-36BBB2217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BF97D80F-430A-150E-B3E7-5C6A39BE3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1C7B4EB2-57F3-F585-2EC7-E020A493B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4909FFEB-B55D-6473-F0FB-9DBE25CE1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8D1D678A-C7D6-FA91-D638-2A2AEEC23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03CB5D5D-7D84-71C3-5EAB-6E0BF687E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0D11AAE1-5656-D630-860E-B7020930A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C3B3C2C6-1317-0951-4A7C-1AF9D2FD8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2AC5B76D-E32D-6453-BC2C-D8F8D28F2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20204B3C-7BA6-C651-D22A-EA786FBE9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9ACC93BD-9CC6-C7B3-BE8E-5D80156423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B57D960C-62F4-2E4D-7DCB-5273DD672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83951550-3C63-C0E1-6F26-C0E648052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9CEE43B2-0842-0246-4D48-E8E96A755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CFD6B5C5-867B-A555-6326-9044BF1A2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8850A2F1-8A8D-3D73-DE0C-EF6E17FE1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DC562C9F-6051-99B3-6FE7-73BEC6679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026C5284-6A92-55E4-B958-D7CE11890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6F908C5F-DB4B-48F4-5EA2-79A899C53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B51669CB-5385-60EC-15C4-B217F60FB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16EB0881-342C-86E3-EEA4-4C4D4BCAC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D053B212-3D71-A584-787E-A3BEABB1A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426DB9CC-B8A7-E6CB-ABE5-88DFE153D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E69E4-5CC8-F99A-0068-6AB82DC6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02295"/>
          </a:xfrm>
        </p:spPr>
        <p:txBody>
          <a:bodyPr>
            <a:normAutofit/>
          </a:bodyPr>
          <a:lstStyle/>
          <a:p>
            <a:r>
              <a:rPr lang="pl-PL" dirty="0"/>
              <a:t>zdarzenia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A4F8A-37E6-792D-5DB1-D3DCCF76C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461" y="1469184"/>
            <a:ext cx="9905999" cy="447600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dirty="0"/>
              <a:t>Użytkownik: zalogowanie, wylogowanie, rejestracja</a:t>
            </a:r>
          </a:p>
          <a:p>
            <a:pPr>
              <a:buFontTx/>
              <a:buChar char="-"/>
            </a:pPr>
            <a:r>
              <a:rPr lang="pl-PL" dirty="0"/>
              <a:t>Urządzenie: dodanie, usunięcie</a:t>
            </a:r>
          </a:p>
          <a:p>
            <a:pPr>
              <a:buFontTx/>
              <a:buChar char="-"/>
            </a:pPr>
            <a:r>
              <a:rPr lang="pl-PL" dirty="0"/>
              <a:t>Reguły: dodanie, usunięcie, edycja</a:t>
            </a:r>
          </a:p>
          <a:p>
            <a:pPr>
              <a:buFontTx/>
              <a:buChar char="-"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BA679EC-AB22-9A88-3C05-AECD0E981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97DB8FE9-8D9C-4BDC-B6C1-ED83F3388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CC7975F0-D0D1-1242-1E26-9FFEC7831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A87D0CBA-CD6F-0509-C149-EA30D9285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2A01B90A-07A4-54FD-3C3B-13FEA0FB2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id="{BEC1A07A-4F41-5EEC-0F9A-277F7B566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3BDC0BD6-6817-44B1-0DB9-F5BBA0872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E47CDE59-BB04-6FF7-BB92-F4EABABC0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B6CC6CC1-63BA-BBAE-5D77-8C9616A72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8789C2DD-79B7-2AF7-9D08-3C8509455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75207E7E-6291-24BF-A48E-FEDBBFBF9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5" name="Graphic 4" descr="Clipboard with solid fill">
            <a:extLst>
              <a:ext uri="{FF2B5EF4-FFF2-40B4-BE49-F238E27FC236}">
                <a16:creationId xmlns:a16="http://schemas.microsoft.com/office/drawing/2014/main" id="{904344B3-5203-D6E7-D7FA-7B0041CDC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6820" y="3338304"/>
            <a:ext cx="3030747" cy="303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28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15EC2-0C15-DC97-0C35-3F13B9E6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0528852D-5AA7-E444-E1BA-C6ABB425A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8043C44-0145-D2CE-D817-B037049BF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DCB07FCB-0BC3-871D-A9F6-853EDDFD7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572A3EC9-1E95-8C12-D0A1-923AF142F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1ED58D23-03E0-AC64-325B-F520B8578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C720DCDC-08BA-71A5-FF34-A1781A5A3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F71CE98E-C9E4-5162-48F7-E31757511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430CDABF-401D-9D39-F523-9EE75187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45E5770B-DE12-C745-C947-1CE2504E9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BBEE5536-AD89-316F-095E-44B3118F6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4B79CB65-66B9-C7BE-1591-7D552928F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6E2F316B-B90B-E67E-FC79-326D4A7D2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4D9B2EB2-4F42-910E-5D40-35D32BD6EE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48E1C95B-C156-1B3D-5E51-E31EB9C74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3EB0864C-BFDB-FC01-873B-6E8AD0F83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62364285-CF1A-4383-C332-F1486EAB5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F89094F9-7DBC-3FBC-C119-09C0BB9B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7E26B397-6270-BE02-C990-2445D72E3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254EE94E-4DF7-93AE-33FC-F82A128EB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4B39AEC3-776D-7F5E-73DD-F8F6B43D8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2042B860-53D6-7FFE-B21E-8E19EB7C1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8E1D625E-C641-6C3A-36C1-CD4459930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A0804C9C-1227-EBB6-0133-18CF7EEBF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B7C54119-5B4A-6235-AE5A-8D2467D5B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D27C3235-9570-862F-DF10-675E067EA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4F2CC80D-131F-89C2-892F-131A217BE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F5660C42-39CC-E276-40B3-B6A9A852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D735089E-3801-A10B-0980-FBFE56361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8C8EF6FF-A584-D70A-96D8-AD37AEF66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2E9E6-0DC8-F729-3A36-5EB27F4D5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461" y="2286000"/>
            <a:ext cx="9905999" cy="36591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6600" dirty="0">
                <a:hlinkClick r:id="rId2"/>
              </a:rPr>
              <a:t>http://127.0.0.1:8000/</a:t>
            </a:r>
            <a:endParaRPr lang="pl-PL" sz="6600" dirty="0"/>
          </a:p>
          <a:p>
            <a:pPr marL="0" indent="0" algn="ctr">
              <a:buNone/>
            </a:pPr>
            <a:endParaRPr lang="pl-PL" sz="6600" dirty="0"/>
          </a:p>
          <a:p>
            <a:pPr marL="0" indent="0" algn="ctr">
              <a:buNone/>
            </a:pPr>
            <a:endParaRPr lang="pl-PL" sz="66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6366E71-1844-7EE7-D8B4-C92E63D7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88" name="Freeform 32">
              <a:extLst>
                <a:ext uri="{FF2B5EF4-FFF2-40B4-BE49-F238E27FC236}">
                  <a16:creationId xmlns:a16="http://schemas.microsoft.com/office/drawing/2014/main" id="{71351DE5-D61E-3C41-6ABB-C3F90DE84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Freeform 33">
              <a:extLst>
                <a:ext uri="{FF2B5EF4-FFF2-40B4-BE49-F238E27FC236}">
                  <a16:creationId xmlns:a16="http://schemas.microsoft.com/office/drawing/2014/main" id="{CC624D63-383A-5197-544D-3E2EFAC31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Freeform 34">
              <a:extLst>
                <a:ext uri="{FF2B5EF4-FFF2-40B4-BE49-F238E27FC236}">
                  <a16:creationId xmlns:a16="http://schemas.microsoft.com/office/drawing/2014/main" id="{876DCECB-CF7E-D337-19BF-EDDFA52A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Freeform 35">
              <a:extLst>
                <a:ext uri="{FF2B5EF4-FFF2-40B4-BE49-F238E27FC236}">
                  <a16:creationId xmlns:a16="http://schemas.microsoft.com/office/drawing/2014/main" id="{FE26DFD3-7822-EEDC-FFDE-3C3080726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Freeform 36">
              <a:extLst>
                <a:ext uri="{FF2B5EF4-FFF2-40B4-BE49-F238E27FC236}">
                  <a16:creationId xmlns:a16="http://schemas.microsoft.com/office/drawing/2014/main" id="{0D989600-8F92-9A32-C12F-32769D380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23325751-2961-32A9-1FF1-9C4283DC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60098A31-114A-D751-4232-C0B9A33FA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Freeform 39">
              <a:extLst>
                <a:ext uri="{FF2B5EF4-FFF2-40B4-BE49-F238E27FC236}">
                  <a16:creationId xmlns:a16="http://schemas.microsoft.com/office/drawing/2014/main" id="{62C95BEF-5EE1-887A-E058-9F90B56DC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7756C763-8509-57A6-DE5D-82154B803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Rectangle 41">
              <a:extLst>
                <a:ext uri="{FF2B5EF4-FFF2-40B4-BE49-F238E27FC236}">
                  <a16:creationId xmlns:a16="http://schemas.microsoft.com/office/drawing/2014/main" id="{6B99DEFC-5AB4-F835-EEB4-98581D8C0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75563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267</TotalTime>
  <Words>109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Projekt aplikacji web</vt:lpstr>
      <vt:lpstr>struktura</vt:lpstr>
      <vt:lpstr>użytkownicy</vt:lpstr>
      <vt:lpstr>Urządzenia</vt:lpstr>
      <vt:lpstr>reguły</vt:lpstr>
      <vt:lpstr>PowerPoint Presentation</vt:lpstr>
      <vt:lpstr>zdarzenia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Zając</dc:creator>
  <cp:lastModifiedBy>Maciej Zając</cp:lastModifiedBy>
  <cp:revision>18</cp:revision>
  <dcterms:created xsi:type="dcterms:W3CDTF">2025-11-20T12:24:31Z</dcterms:created>
  <dcterms:modified xsi:type="dcterms:W3CDTF">2025-11-20T16:52:13Z</dcterms:modified>
</cp:coreProperties>
</file>